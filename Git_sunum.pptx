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7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EDA838-090C-46B7-B98C-9CDD9E42D4F0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E635B6C-106C-4DA6-930F-E1554C0EA90B}">
      <dgm:prSet/>
      <dgm:spPr/>
      <dgm:t>
        <a:bodyPr/>
        <a:lstStyle/>
        <a:p>
          <a:r>
            <a:rPr lang="tr-TR" b="0" i="0"/>
            <a:t>BitBucket</a:t>
          </a:r>
          <a:endParaRPr lang="en-US"/>
        </a:p>
      </dgm:t>
    </dgm:pt>
    <dgm:pt modelId="{E7130D8D-2AF7-441B-95DD-0472593BF8C9}" type="parTrans" cxnId="{C4368769-E16B-449B-9031-D9FA9F474E8A}">
      <dgm:prSet/>
      <dgm:spPr/>
      <dgm:t>
        <a:bodyPr/>
        <a:lstStyle/>
        <a:p>
          <a:endParaRPr lang="en-US"/>
        </a:p>
      </dgm:t>
    </dgm:pt>
    <dgm:pt modelId="{07AC5AD3-D9AD-461E-8710-D456A642102B}" type="sibTrans" cxnId="{C4368769-E16B-449B-9031-D9FA9F474E8A}">
      <dgm:prSet/>
      <dgm:spPr/>
      <dgm:t>
        <a:bodyPr/>
        <a:lstStyle/>
        <a:p>
          <a:endParaRPr lang="en-US"/>
        </a:p>
      </dgm:t>
    </dgm:pt>
    <dgm:pt modelId="{B6F571BB-A840-48B9-8DD0-6EBEC125D645}">
      <dgm:prSet/>
      <dgm:spPr/>
      <dgm:t>
        <a:bodyPr/>
        <a:lstStyle/>
        <a:p>
          <a:r>
            <a:rPr lang="tr-TR" b="0" i="0"/>
            <a:t>GitLab</a:t>
          </a:r>
          <a:endParaRPr lang="en-US"/>
        </a:p>
      </dgm:t>
    </dgm:pt>
    <dgm:pt modelId="{2B772E3A-E83E-484C-B258-9F3B2EDDBCED}" type="parTrans" cxnId="{640E8340-5B3D-4740-8F7B-E3AB49F63882}">
      <dgm:prSet/>
      <dgm:spPr/>
      <dgm:t>
        <a:bodyPr/>
        <a:lstStyle/>
        <a:p>
          <a:endParaRPr lang="en-US"/>
        </a:p>
      </dgm:t>
    </dgm:pt>
    <dgm:pt modelId="{19017DC4-1FE7-4253-9339-B9DDF382ED41}" type="sibTrans" cxnId="{640E8340-5B3D-4740-8F7B-E3AB49F63882}">
      <dgm:prSet/>
      <dgm:spPr/>
      <dgm:t>
        <a:bodyPr/>
        <a:lstStyle/>
        <a:p>
          <a:endParaRPr lang="en-US"/>
        </a:p>
      </dgm:t>
    </dgm:pt>
    <dgm:pt modelId="{3440DAFC-BA8D-4604-AA77-72A6922D6FFA}">
      <dgm:prSet/>
      <dgm:spPr/>
      <dgm:t>
        <a:bodyPr/>
        <a:lstStyle/>
        <a:p>
          <a:r>
            <a:rPr lang="tr-TR" b="0" i="0"/>
            <a:t>SourceForge</a:t>
          </a:r>
          <a:endParaRPr lang="en-US"/>
        </a:p>
      </dgm:t>
    </dgm:pt>
    <dgm:pt modelId="{D59FE0AD-EE80-4AC4-A53A-9F968418623C}" type="parTrans" cxnId="{A2B683F1-0D3F-4683-BF90-5C14143BDF70}">
      <dgm:prSet/>
      <dgm:spPr/>
      <dgm:t>
        <a:bodyPr/>
        <a:lstStyle/>
        <a:p>
          <a:endParaRPr lang="en-US"/>
        </a:p>
      </dgm:t>
    </dgm:pt>
    <dgm:pt modelId="{23832520-0490-48B6-9DA1-D533DC4C42BE}" type="sibTrans" cxnId="{A2B683F1-0D3F-4683-BF90-5C14143BDF70}">
      <dgm:prSet/>
      <dgm:spPr/>
      <dgm:t>
        <a:bodyPr/>
        <a:lstStyle/>
        <a:p>
          <a:endParaRPr lang="en-US"/>
        </a:p>
      </dgm:t>
    </dgm:pt>
    <dgm:pt modelId="{3020A491-1BF9-4457-A98A-8A40CA493CF6}">
      <dgm:prSet/>
      <dgm:spPr/>
      <dgm:t>
        <a:bodyPr/>
        <a:lstStyle/>
        <a:p>
          <a:r>
            <a:rPr lang="tr-TR" b="0" i="0"/>
            <a:t>GitKraken</a:t>
          </a:r>
          <a:endParaRPr lang="en-US"/>
        </a:p>
      </dgm:t>
    </dgm:pt>
    <dgm:pt modelId="{9BCA52D0-283D-4CA5-AA0F-91D6E9855FC9}" type="parTrans" cxnId="{0106D05F-CD71-40FA-9C52-A59D9CFDEA66}">
      <dgm:prSet/>
      <dgm:spPr/>
      <dgm:t>
        <a:bodyPr/>
        <a:lstStyle/>
        <a:p>
          <a:endParaRPr lang="en-US"/>
        </a:p>
      </dgm:t>
    </dgm:pt>
    <dgm:pt modelId="{6599DC3C-1384-45A6-9469-25BC97112460}" type="sibTrans" cxnId="{0106D05F-CD71-40FA-9C52-A59D9CFDEA66}">
      <dgm:prSet/>
      <dgm:spPr/>
      <dgm:t>
        <a:bodyPr/>
        <a:lstStyle/>
        <a:p>
          <a:endParaRPr lang="en-US"/>
        </a:p>
      </dgm:t>
    </dgm:pt>
    <dgm:pt modelId="{D6380AA6-2FA3-45D5-AD7E-5E547BF9CE15}">
      <dgm:prSet/>
      <dgm:spPr/>
      <dgm:t>
        <a:bodyPr/>
        <a:lstStyle/>
        <a:p>
          <a:r>
            <a:rPr lang="tr-TR" b="0" i="0"/>
            <a:t>AWS CodeCommit</a:t>
          </a:r>
          <a:endParaRPr lang="en-US"/>
        </a:p>
      </dgm:t>
    </dgm:pt>
    <dgm:pt modelId="{8EF8B642-9013-4C1A-948C-88A259AD8A8A}" type="parTrans" cxnId="{6AC2B536-E3C6-41F8-93B8-5DAC87BE27C5}">
      <dgm:prSet/>
      <dgm:spPr/>
      <dgm:t>
        <a:bodyPr/>
        <a:lstStyle/>
        <a:p>
          <a:endParaRPr lang="en-US"/>
        </a:p>
      </dgm:t>
    </dgm:pt>
    <dgm:pt modelId="{AD1B6A8C-572D-4213-819A-257E64281657}" type="sibTrans" cxnId="{6AC2B536-E3C6-41F8-93B8-5DAC87BE27C5}">
      <dgm:prSet/>
      <dgm:spPr/>
      <dgm:t>
        <a:bodyPr/>
        <a:lstStyle/>
        <a:p>
          <a:endParaRPr lang="en-US"/>
        </a:p>
      </dgm:t>
    </dgm:pt>
    <dgm:pt modelId="{F0BC729D-4287-4B88-804F-7B78A4B96F73}">
      <dgm:prSet/>
      <dgm:spPr/>
      <dgm:t>
        <a:bodyPr/>
        <a:lstStyle/>
        <a:p>
          <a:r>
            <a:rPr lang="tr-TR" b="0" i="0"/>
            <a:t>Google Cloud Source</a:t>
          </a:r>
          <a:endParaRPr lang="en-US"/>
        </a:p>
      </dgm:t>
    </dgm:pt>
    <dgm:pt modelId="{5FBAF1F9-B74F-4A14-BEFF-E5EDAA7F48EF}" type="parTrans" cxnId="{2AEEE6ED-4BA1-4DDC-8113-1B4DE9A1E6E3}">
      <dgm:prSet/>
      <dgm:spPr/>
      <dgm:t>
        <a:bodyPr/>
        <a:lstStyle/>
        <a:p>
          <a:endParaRPr lang="en-US"/>
        </a:p>
      </dgm:t>
    </dgm:pt>
    <dgm:pt modelId="{FA86F7B6-0B67-46ED-A4FB-544D043C5419}" type="sibTrans" cxnId="{2AEEE6ED-4BA1-4DDC-8113-1B4DE9A1E6E3}">
      <dgm:prSet/>
      <dgm:spPr/>
      <dgm:t>
        <a:bodyPr/>
        <a:lstStyle/>
        <a:p>
          <a:endParaRPr lang="en-US"/>
        </a:p>
      </dgm:t>
    </dgm:pt>
    <dgm:pt modelId="{F6C3F6B8-AE55-4BD9-A76E-6649B70F6F00}" type="pres">
      <dgm:prSet presAssocID="{1CEDA838-090C-46B7-B98C-9CDD9E42D4F0}" presName="linear" presStyleCnt="0">
        <dgm:presLayoutVars>
          <dgm:dir/>
          <dgm:animLvl val="lvl"/>
          <dgm:resizeHandles val="exact"/>
        </dgm:presLayoutVars>
      </dgm:prSet>
      <dgm:spPr/>
    </dgm:pt>
    <dgm:pt modelId="{223A0136-FC73-4AD4-A033-5A37368B97E0}" type="pres">
      <dgm:prSet presAssocID="{9E635B6C-106C-4DA6-930F-E1554C0EA90B}" presName="parentLin" presStyleCnt="0"/>
      <dgm:spPr/>
    </dgm:pt>
    <dgm:pt modelId="{4950121E-AE44-437E-B0E1-68D9809297D5}" type="pres">
      <dgm:prSet presAssocID="{9E635B6C-106C-4DA6-930F-E1554C0EA90B}" presName="parentLeftMargin" presStyleLbl="node1" presStyleIdx="0" presStyleCnt="6"/>
      <dgm:spPr/>
    </dgm:pt>
    <dgm:pt modelId="{875FAA99-99EC-4A65-B0A6-A09ADFF04AC9}" type="pres">
      <dgm:prSet presAssocID="{9E635B6C-106C-4DA6-930F-E1554C0EA90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ADCE7EA-4C13-45DA-B5B8-B28A1AC9B0A0}" type="pres">
      <dgm:prSet presAssocID="{9E635B6C-106C-4DA6-930F-E1554C0EA90B}" presName="negativeSpace" presStyleCnt="0"/>
      <dgm:spPr/>
    </dgm:pt>
    <dgm:pt modelId="{C357F6AA-FE20-4DF2-A94D-0538B3C16918}" type="pres">
      <dgm:prSet presAssocID="{9E635B6C-106C-4DA6-930F-E1554C0EA90B}" presName="childText" presStyleLbl="conFgAcc1" presStyleIdx="0" presStyleCnt="6">
        <dgm:presLayoutVars>
          <dgm:bulletEnabled val="1"/>
        </dgm:presLayoutVars>
      </dgm:prSet>
      <dgm:spPr/>
    </dgm:pt>
    <dgm:pt modelId="{04ADE44C-0AB2-4B41-9860-CDEC30A96CD4}" type="pres">
      <dgm:prSet presAssocID="{07AC5AD3-D9AD-461E-8710-D456A642102B}" presName="spaceBetweenRectangles" presStyleCnt="0"/>
      <dgm:spPr/>
    </dgm:pt>
    <dgm:pt modelId="{E4AAD63D-FD4E-41C2-87F7-0966BF799EF4}" type="pres">
      <dgm:prSet presAssocID="{B6F571BB-A840-48B9-8DD0-6EBEC125D645}" presName="parentLin" presStyleCnt="0"/>
      <dgm:spPr/>
    </dgm:pt>
    <dgm:pt modelId="{62076CCF-EC12-4E2B-B9F7-4A9C0DABC414}" type="pres">
      <dgm:prSet presAssocID="{B6F571BB-A840-48B9-8DD0-6EBEC125D645}" presName="parentLeftMargin" presStyleLbl="node1" presStyleIdx="0" presStyleCnt="6"/>
      <dgm:spPr/>
    </dgm:pt>
    <dgm:pt modelId="{5D7E4382-27A0-4EC5-9FD5-C96E6BBBDD31}" type="pres">
      <dgm:prSet presAssocID="{B6F571BB-A840-48B9-8DD0-6EBEC125D64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BCFD834-D733-4525-B31D-811E128141B7}" type="pres">
      <dgm:prSet presAssocID="{B6F571BB-A840-48B9-8DD0-6EBEC125D645}" presName="negativeSpace" presStyleCnt="0"/>
      <dgm:spPr/>
    </dgm:pt>
    <dgm:pt modelId="{6CD0B3FA-06BD-4226-9410-CF71FA95999D}" type="pres">
      <dgm:prSet presAssocID="{B6F571BB-A840-48B9-8DD0-6EBEC125D645}" presName="childText" presStyleLbl="conFgAcc1" presStyleIdx="1" presStyleCnt="6">
        <dgm:presLayoutVars>
          <dgm:bulletEnabled val="1"/>
        </dgm:presLayoutVars>
      </dgm:prSet>
      <dgm:spPr/>
    </dgm:pt>
    <dgm:pt modelId="{B64E81BB-2261-4BED-9CF2-D2FCA6B146FB}" type="pres">
      <dgm:prSet presAssocID="{19017DC4-1FE7-4253-9339-B9DDF382ED41}" presName="spaceBetweenRectangles" presStyleCnt="0"/>
      <dgm:spPr/>
    </dgm:pt>
    <dgm:pt modelId="{C5BF8455-27F0-434D-AE85-B63204BC621F}" type="pres">
      <dgm:prSet presAssocID="{3440DAFC-BA8D-4604-AA77-72A6922D6FFA}" presName="parentLin" presStyleCnt="0"/>
      <dgm:spPr/>
    </dgm:pt>
    <dgm:pt modelId="{A4F49607-D659-4ADF-A5F8-02CDEBBB88AB}" type="pres">
      <dgm:prSet presAssocID="{3440DAFC-BA8D-4604-AA77-72A6922D6FFA}" presName="parentLeftMargin" presStyleLbl="node1" presStyleIdx="1" presStyleCnt="6"/>
      <dgm:spPr/>
    </dgm:pt>
    <dgm:pt modelId="{5A4C7582-29A5-4AED-AC0E-4F145296A253}" type="pres">
      <dgm:prSet presAssocID="{3440DAFC-BA8D-4604-AA77-72A6922D6FF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FC67442-8C98-4C7E-B0F0-B6C46D0677FD}" type="pres">
      <dgm:prSet presAssocID="{3440DAFC-BA8D-4604-AA77-72A6922D6FFA}" presName="negativeSpace" presStyleCnt="0"/>
      <dgm:spPr/>
    </dgm:pt>
    <dgm:pt modelId="{47BF4C80-FF85-41E1-9344-BA9DEBB7D954}" type="pres">
      <dgm:prSet presAssocID="{3440DAFC-BA8D-4604-AA77-72A6922D6FFA}" presName="childText" presStyleLbl="conFgAcc1" presStyleIdx="2" presStyleCnt="6">
        <dgm:presLayoutVars>
          <dgm:bulletEnabled val="1"/>
        </dgm:presLayoutVars>
      </dgm:prSet>
      <dgm:spPr/>
    </dgm:pt>
    <dgm:pt modelId="{3A2F2D2B-C362-4964-AD9E-A1EEB16B13BE}" type="pres">
      <dgm:prSet presAssocID="{23832520-0490-48B6-9DA1-D533DC4C42BE}" presName="spaceBetweenRectangles" presStyleCnt="0"/>
      <dgm:spPr/>
    </dgm:pt>
    <dgm:pt modelId="{3C7D5D49-810D-4EAD-9D3D-6FA8A5DC9A0C}" type="pres">
      <dgm:prSet presAssocID="{3020A491-1BF9-4457-A98A-8A40CA493CF6}" presName="parentLin" presStyleCnt="0"/>
      <dgm:spPr/>
    </dgm:pt>
    <dgm:pt modelId="{CAE082B1-D9CC-4FFA-8BD3-B7D8BC14F304}" type="pres">
      <dgm:prSet presAssocID="{3020A491-1BF9-4457-A98A-8A40CA493CF6}" presName="parentLeftMargin" presStyleLbl="node1" presStyleIdx="2" presStyleCnt="6"/>
      <dgm:spPr/>
    </dgm:pt>
    <dgm:pt modelId="{EA2D9400-78DE-4FDF-AB4F-A0620C219B7C}" type="pres">
      <dgm:prSet presAssocID="{3020A491-1BF9-4457-A98A-8A40CA493CF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FC7B0AB-2527-4D4B-B7B6-8EE802ACCDEF}" type="pres">
      <dgm:prSet presAssocID="{3020A491-1BF9-4457-A98A-8A40CA493CF6}" presName="negativeSpace" presStyleCnt="0"/>
      <dgm:spPr/>
    </dgm:pt>
    <dgm:pt modelId="{C6F75F01-DFE6-4C7D-A66F-5B8833FF792D}" type="pres">
      <dgm:prSet presAssocID="{3020A491-1BF9-4457-A98A-8A40CA493CF6}" presName="childText" presStyleLbl="conFgAcc1" presStyleIdx="3" presStyleCnt="6">
        <dgm:presLayoutVars>
          <dgm:bulletEnabled val="1"/>
        </dgm:presLayoutVars>
      </dgm:prSet>
      <dgm:spPr/>
    </dgm:pt>
    <dgm:pt modelId="{C1E1844A-4946-40A7-AEDE-AE333B851B1A}" type="pres">
      <dgm:prSet presAssocID="{6599DC3C-1384-45A6-9469-25BC97112460}" presName="spaceBetweenRectangles" presStyleCnt="0"/>
      <dgm:spPr/>
    </dgm:pt>
    <dgm:pt modelId="{959802D9-91EC-4351-92BF-37F089D33A39}" type="pres">
      <dgm:prSet presAssocID="{D6380AA6-2FA3-45D5-AD7E-5E547BF9CE15}" presName="parentLin" presStyleCnt="0"/>
      <dgm:spPr/>
    </dgm:pt>
    <dgm:pt modelId="{ED9ADB4A-6166-4A60-B414-348E8D2E0E58}" type="pres">
      <dgm:prSet presAssocID="{D6380AA6-2FA3-45D5-AD7E-5E547BF9CE15}" presName="parentLeftMargin" presStyleLbl="node1" presStyleIdx="3" presStyleCnt="6"/>
      <dgm:spPr/>
    </dgm:pt>
    <dgm:pt modelId="{27730BCD-FE20-4002-B9F0-E156080CC3B8}" type="pres">
      <dgm:prSet presAssocID="{D6380AA6-2FA3-45D5-AD7E-5E547BF9CE1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5F390E4-E68A-418C-95B8-BF47A1018569}" type="pres">
      <dgm:prSet presAssocID="{D6380AA6-2FA3-45D5-AD7E-5E547BF9CE15}" presName="negativeSpace" presStyleCnt="0"/>
      <dgm:spPr/>
    </dgm:pt>
    <dgm:pt modelId="{B6806B5A-C36F-48D4-A36F-3FE19D72E84F}" type="pres">
      <dgm:prSet presAssocID="{D6380AA6-2FA3-45D5-AD7E-5E547BF9CE15}" presName="childText" presStyleLbl="conFgAcc1" presStyleIdx="4" presStyleCnt="6">
        <dgm:presLayoutVars>
          <dgm:bulletEnabled val="1"/>
        </dgm:presLayoutVars>
      </dgm:prSet>
      <dgm:spPr/>
    </dgm:pt>
    <dgm:pt modelId="{43274E71-5323-431A-BA57-1C3C7B93150E}" type="pres">
      <dgm:prSet presAssocID="{AD1B6A8C-572D-4213-819A-257E64281657}" presName="spaceBetweenRectangles" presStyleCnt="0"/>
      <dgm:spPr/>
    </dgm:pt>
    <dgm:pt modelId="{F072916A-4A68-452E-89D1-797147AA2CFC}" type="pres">
      <dgm:prSet presAssocID="{F0BC729D-4287-4B88-804F-7B78A4B96F73}" presName="parentLin" presStyleCnt="0"/>
      <dgm:spPr/>
    </dgm:pt>
    <dgm:pt modelId="{D6EFECC7-C919-4E81-83FC-A551576BC0E8}" type="pres">
      <dgm:prSet presAssocID="{F0BC729D-4287-4B88-804F-7B78A4B96F73}" presName="parentLeftMargin" presStyleLbl="node1" presStyleIdx="4" presStyleCnt="6"/>
      <dgm:spPr/>
    </dgm:pt>
    <dgm:pt modelId="{B5A2AC53-5335-48D5-B6AA-376BED9D70C2}" type="pres">
      <dgm:prSet presAssocID="{F0BC729D-4287-4B88-804F-7B78A4B96F73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4D4350B5-382E-47AE-BD02-189DB470159A}" type="pres">
      <dgm:prSet presAssocID="{F0BC729D-4287-4B88-804F-7B78A4B96F73}" presName="negativeSpace" presStyleCnt="0"/>
      <dgm:spPr/>
    </dgm:pt>
    <dgm:pt modelId="{060EC178-F729-48E0-94E1-B6804DFD6B09}" type="pres">
      <dgm:prSet presAssocID="{F0BC729D-4287-4B88-804F-7B78A4B96F73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9A752C17-20EF-4C79-A49C-C392E767C99C}" type="presOf" srcId="{3440DAFC-BA8D-4604-AA77-72A6922D6FFA}" destId="{A4F49607-D659-4ADF-A5F8-02CDEBBB88AB}" srcOrd="0" destOrd="0" presId="urn:microsoft.com/office/officeart/2005/8/layout/list1"/>
    <dgm:cxn modelId="{6AC2B536-E3C6-41F8-93B8-5DAC87BE27C5}" srcId="{1CEDA838-090C-46B7-B98C-9CDD9E42D4F0}" destId="{D6380AA6-2FA3-45D5-AD7E-5E547BF9CE15}" srcOrd="4" destOrd="0" parTransId="{8EF8B642-9013-4C1A-948C-88A259AD8A8A}" sibTransId="{AD1B6A8C-572D-4213-819A-257E64281657}"/>
    <dgm:cxn modelId="{74A9833D-563C-4F08-92E0-5773F9D62A90}" type="presOf" srcId="{B6F571BB-A840-48B9-8DD0-6EBEC125D645}" destId="{62076CCF-EC12-4E2B-B9F7-4A9C0DABC414}" srcOrd="0" destOrd="0" presId="urn:microsoft.com/office/officeart/2005/8/layout/list1"/>
    <dgm:cxn modelId="{640E8340-5B3D-4740-8F7B-E3AB49F63882}" srcId="{1CEDA838-090C-46B7-B98C-9CDD9E42D4F0}" destId="{B6F571BB-A840-48B9-8DD0-6EBEC125D645}" srcOrd="1" destOrd="0" parTransId="{2B772E3A-E83E-484C-B258-9F3B2EDDBCED}" sibTransId="{19017DC4-1FE7-4253-9339-B9DDF382ED41}"/>
    <dgm:cxn modelId="{0106D05F-CD71-40FA-9C52-A59D9CFDEA66}" srcId="{1CEDA838-090C-46B7-B98C-9CDD9E42D4F0}" destId="{3020A491-1BF9-4457-A98A-8A40CA493CF6}" srcOrd="3" destOrd="0" parTransId="{9BCA52D0-283D-4CA5-AA0F-91D6E9855FC9}" sibTransId="{6599DC3C-1384-45A6-9469-25BC97112460}"/>
    <dgm:cxn modelId="{6FE7DD65-54D9-4448-BA3E-8B5EAF23876E}" type="presOf" srcId="{D6380AA6-2FA3-45D5-AD7E-5E547BF9CE15}" destId="{27730BCD-FE20-4002-B9F0-E156080CC3B8}" srcOrd="1" destOrd="0" presId="urn:microsoft.com/office/officeart/2005/8/layout/list1"/>
    <dgm:cxn modelId="{64722D48-F244-496C-8D1B-BBA602E243D4}" type="presOf" srcId="{1CEDA838-090C-46B7-B98C-9CDD9E42D4F0}" destId="{F6C3F6B8-AE55-4BD9-A76E-6649B70F6F00}" srcOrd="0" destOrd="0" presId="urn:microsoft.com/office/officeart/2005/8/layout/list1"/>
    <dgm:cxn modelId="{C4368769-E16B-449B-9031-D9FA9F474E8A}" srcId="{1CEDA838-090C-46B7-B98C-9CDD9E42D4F0}" destId="{9E635B6C-106C-4DA6-930F-E1554C0EA90B}" srcOrd="0" destOrd="0" parTransId="{E7130D8D-2AF7-441B-95DD-0472593BF8C9}" sibTransId="{07AC5AD3-D9AD-461E-8710-D456A642102B}"/>
    <dgm:cxn modelId="{9C63D84A-4037-44D6-AA48-127491C67B44}" type="presOf" srcId="{B6F571BB-A840-48B9-8DD0-6EBEC125D645}" destId="{5D7E4382-27A0-4EC5-9FD5-C96E6BBBDD31}" srcOrd="1" destOrd="0" presId="urn:microsoft.com/office/officeart/2005/8/layout/list1"/>
    <dgm:cxn modelId="{19C43B7C-75E3-475C-B8ED-5A998947D921}" type="presOf" srcId="{9E635B6C-106C-4DA6-930F-E1554C0EA90B}" destId="{4950121E-AE44-437E-B0E1-68D9809297D5}" srcOrd="0" destOrd="0" presId="urn:microsoft.com/office/officeart/2005/8/layout/list1"/>
    <dgm:cxn modelId="{05547C9C-BBDA-48BE-8D9A-F0210C011782}" type="presOf" srcId="{3020A491-1BF9-4457-A98A-8A40CA493CF6}" destId="{EA2D9400-78DE-4FDF-AB4F-A0620C219B7C}" srcOrd="1" destOrd="0" presId="urn:microsoft.com/office/officeart/2005/8/layout/list1"/>
    <dgm:cxn modelId="{10B447AC-1B47-41C2-8EB2-F4B236F1CBD6}" type="presOf" srcId="{3020A491-1BF9-4457-A98A-8A40CA493CF6}" destId="{CAE082B1-D9CC-4FFA-8BD3-B7D8BC14F304}" srcOrd="0" destOrd="0" presId="urn:microsoft.com/office/officeart/2005/8/layout/list1"/>
    <dgm:cxn modelId="{169CD1C9-210A-4BF5-900E-21CDF49B4B0A}" type="presOf" srcId="{D6380AA6-2FA3-45D5-AD7E-5E547BF9CE15}" destId="{ED9ADB4A-6166-4A60-B414-348E8D2E0E58}" srcOrd="0" destOrd="0" presId="urn:microsoft.com/office/officeart/2005/8/layout/list1"/>
    <dgm:cxn modelId="{2AEEE6ED-4BA1-4DDC-8113-1B4DE9A1E6E3}" srcId="{1CEDA838-090C-46B7-B98C-9CDD9E42D4F0}" destId="{F0BC729D-4287-4B88-804F-7B78A4B96F73}" srcOrd="5" destOrd="0" parTransId="{5FBAF1F9-B74F-4A14-BEFF-E5EDAA7F48EF}" sibTransId="{FA86F7B6-0B67-46ED-A4FB-544D043C5419}"/>
    <dgm:cxn modelId="{A2B683F1-0D3F-4683-BF90-5C14143BDF70}" srcId="{1CEDA838-090C-46B7-B98C-9CDD9E42D4F0}" destId="{3440DAFC-BA8D-4604-AA77-72A6922D6FFA}" srcOrd="2" destOrd="0" parTransId="{D59FE0AD-EE80-4AC4-A53A-9F968418623C}" sibTransId="{23832520-0490-48B6-9DA1-D533DC4C42BE}"/>
    <dgm:cxn modelId="{2D9186F2-ADE1-4C52-A981-1A1D6E8ECB02}" type="presOf" srcId="{F0BC729D-4287-4B88-804F-7B78A4B96F73}" destId="{B5A2AC53-5335-48D5-B6AA-376BED9D70C2}" srcOrd="1" destOrd="0" presId="urn:microsoft.com/office/officeart/2005/8/layout/list1"/>
    <dgm:cxn modelId="{3133D9F6-992D-4720-BB8D-286DDFC8089C}" type="presOf" srcId="{F0BC729D-4287-4B88-804F-7B78A4B96F73}" destId="{D6EFECC7-C919-4E81-83FC-A551576BC0E8}" srcOrd="0" destOrd="0" presId="urn:microsoft.com/office/officeart/2005/8/layout/list1"/>
    <dgm:cxn modelId="{B3C0F4F8-A414-40C7-B84C-77D8B56904BF}" type="presOf" srcId="{9E635B6C-106C-4DA6-930F-E1554C0EA90B}" destId="{875FAA99-99EC-4A65-B0A6-A09ADFF04AC9}" srcOrd="1" destOrd="0" presId="urn:microsoft.com/office/officeart/2005/8/layout/list1"/>
    <dgm:cxn modelId="{D166B6FA-37FC-4CA6-B24C-C7F3F3F0E492}" type="presOf" srcId="{3440DAFC-BA8D-4604-AA77-72A6922D6FFA}" destId="{5A4C7582-29A5-4AED-AC0E-4F145296A253}" srcOrd="1" destOrd="0" presId="urn:microsoft.com/office/officeart/2005/8/layout/list1"/>
    <dgm:cxn modelId="{96050CFC-F100-492A-9C30-20738612038C}" type="presParOf" srcId="{F6C3F6B8-AE55-4BD9-A76E-6649B70F6F00}" destId="{223A0136-FC73-4AD4-A033-5A37368B97E0}" srcOrd="0" destOrd="0" presId="urn:microsoft.com/office/officeart/2005/8/layout/list1"/>
    <dgm:cxn modelId="{25B50CC4-3D96-4809-B229-98D1020E9AB7}" type="presParOf" srcId="{223A0136-FC73-4AD4-A033-5A37368B97E0}" destId="{4950121E-AE44-437E-B0E1-68D9809297D5}" srcOrd="0" destOrd="0" presId="urn:microsoft.com/office/officeart/2005/8/layout/list1"/>
    <dgm:cxn modelId="{006168B9-2C07-44D9-8228-5B6D3DA10F91}" type="presParOf" srcId="{223A0136-FC73-4AD4-A033-5A37368B97E0}" destId="{875FAA99-99EC-4A65-B0A6-A09ADFF04AC9}" srcOrd="1" destOrd="0" presId="urn:microsoft.com/office/officeart/2005/8/layout/list1"/>
    <dgm:cxn modelId="{6E14A20A-C9FB-4F71-BDDA-AAE9767F03EA}" type="presParOf" srcId="{F6C3F6B8-AE55-4BD9-A76E-6649B70F6F00}" destId="{9ADCE7EA-4C13-45DA-B5B8-B28A1AC9B0A0}" srcOrd="1" destOrd="0" presId="urn:microsoft.com/office/officeart/2005/8/layout/list1"/>
    <dgm:cxn modelId="{A877DADD-6DF2-4E5D-9350-E7134271ED1A}" type="presParOf" srcId="{F6C3F6B8-AE55-4BD9-A76E-6649B70F6F00}" destId="{C357F6AA-FE20-4DF2-A94D-0538B3C16918}" srcOrd="2" destOrd="0" presId="urn:microsoft.com/office/officeart/2005/8/layout/list1"/>
    <dgm:cxn modelId="{4FE73AB2-3DBE-42B7-88F6-E1EE25053592}" type="presParOf" srcId="{F6C3F6B8-AE55-4BD9-A76E-6649B70F6F00}" destId="{04ADE44C-0AB2-4B41-9860-CDEC30A96CD4}" srcOrd="3" destOrd="0" presId="urn:microsoft.com/office/officeart/2005/8/layout/list1"/>
    <dgm:cxn modelId="{6EE008DE-2333-4DAF-BDEB-0C3898DD4D9C}" type="presParOf" srcId="{F6C3F6B8-AE55-4BD9-A76E-6649B70F6F00}" destId="{E4AAD63D-FD4E-41C2-87F7-0966BF799EF4}" srcOrd="4" destOrd="0" presId="urn:microsoft.com/office/officeart/2005/8/layout/list1"/>
    <dgm:cxn modelId="{00D4EADC-25EC-4069-AF86-C8C9A3B9C863}" type="presParOf" srcId="{E4AAD63D-FD4E-41C2-87F7-0966BF799EF4}" destId="{62076CCF-EC12-4E2B-B9F7-4A9C0DABC414}" srcOrd="0" destOrd="0" presId="urn:microsoft.com/office/officeart/2005/8/layout/list1"/>
    <dgm:cxn modelId="{C857544A-8194-4A2A-933D-47BA302EE02B}" type="presParOf" srcId="{E4AAD63D-FD4E-41C2-87F7-0966BF799EF4}" destId="{5D7E4382-27A0-4EC5-9FD5-C96E6BBBDD31}" srcOrd="1" destOrd="0" presId="urn:microsoft.com/office/officeart/2005/8/layout/list1"/>
    <dgm:cxn modelId="{E18DE245-03C5-47EC-93E8-2098550CD88C}" type="presParOf" srcId="{F6C3F6B8-AE55-4BD9-A76E-6649B70F6F00}" destId="{7BCFD834-D733-4525-B31D-811E128141B7}" srcOrd="5" destOrd="0" presId="urn:microsoft.com/office/officeart/2005/8/layout/list1"/>
    <dgm:cxn modelId="{54157987-6538-4897-881F-CDFEFC2492DF}" type="presParOf" srcId="{F6C3F6B8-AE55-4BD9-A76E-6649B70F6F00}" destId="{6CD0B3FA-06BD-4226-9410-CF71FA95999D}" srcOrd="6" destOrd="0" presId="urn:microsoft.com/office/officeart/2005/8/layout/list1"/>
    <dgm:cxn modelId="{B2867EB9-D55C-4AF9-8F44-4D5D0D6D6635}" type="presParOf" srcId="{F6C3F6B8-AE55-4BD9-A76E-6649B70F6F00}" destId="{B64E81BB-2261-4BED-9CF2-D2FCA6B146FB}" srcOrd="7" destOrd="0" presId="urn:microsoft.com/office/officeart/2005/8/layout/list1"/>
    <dgm:cxn modelId="{818DB9BB-14B2-49A5-9225-26E0E00709CA}" type="presParOf" srcId="{F6C3F6B8-AE55-4BD9-A76E-6649B70F6F00}" destId="{C5BF8455-27F0-434D-AE85-B63204BC621F}" srcOrd="8" destOrd="0" presId="urn:microsoft.com/office/officeart/2005/8/layout/list1"/>
    <dgm:cxn modelId="{7BBAB405-4897-46D3-9046-AA1DB2A65DEF}" type="presParOf" srcId="{C5BF8455-27F0-434D-AE85-B63204BC621F}" destId="{A4F49607-D659-4ADF-A5F8-02CDEBBB88AB}" srcOrd="0" destOrd="0" presId="urn:microsoft.com/office/officeart/2005/8/layout/list1"/>
    <dgm:cxn modelId="{79E1E58A-6C2A-4000-AA5E-C54D47D2688E}" type="presParOf" srcId="{C5BF8455-27F0-434D-AE85-B63204BC621F}" destId="{5A4C7582-29A5-4AED-AC0E-4F145296A253}" srcOrd="1" destOrd="0" presId="urn:microsoft.com/office/officeart/2005/8/layout/list1"/>
    <dgm:cxn modelId="{C6FCA8E7-D24D-41AA-9A30-6F0EE2497E9A}" type="presParOf" srcId="{F6C3F6B8-AE55-4BD9-A76E-6649B70F6F00}" destId="{EFC67442-8C98-4C7E-B0F0-B6C46D0677FD}" srcOrd="9" destOrd="0" presId="urn:microsoft.com/office/officeart/2005/8/layout/list1"/>
    <dgm:cxn modelId="{3C965CCA-5C88-40DC-A7D0-6A99352E11F7}" type="presParOf" srcId="{F6C3F6B8-AE55-4BD9-A76E-6649B70F6F00}" destId="{47BF4C80-FF85-41E1-9344-BA9DEBB7D954}" srcOrd="10" destOrd="0" presId="urn:microsoft.com/office/officeart/2005/8/layout/list1"/>
    <dgm:cxn modelId="{F067EFB5-BCFE-46FD-BA91-D9C5A3B56538}" type="presParOf" srcId="{F6C3F6B8-AE55-4BD9-A76E-6649B70F6F00}" destId="{3A2F2D2B-C362-4964-AD9E-A1EEB16B13BE}" srcOrd="11" destOrd="0" presId="urn:microsoft.com/office/officeart/2005/8/layout/list1"/>
    <dgm:cxn modelId="{D959F1F8-2A93-4836-B6C9-940778516B92}" type="presParOf" srcId="{F6C3F6B8-AE55-4BD9-A76E-6649B70F6F00}" destId="{3C7D5D49-810D-4EAD-9D3D-6FA8A5DC9A0C}" srcOrd="12" destOrd="0" presId="urn:microsoft.com/office/officeart/2005/8/layout/list1"/>
    <dgm:cxn modelId="{7F439922-470E-4607-A0E1-80911FCD24B9}" type="presParOf" srcId="{3C7D5D49-810D-4EAD-9D3D-6FA8A5DC9A0C}" destId="{CAE082B1-D9CC-4FFA-8BD3-B7D8BC14F304}" srcOrd="0" destOrd="0" presId="urn:microsoft.com/office/officeart/2005/8/layout/list1"/>
    <dgm:cxn modelId="{99AE97D7-3B57-4ADB-889A-551214DF3E83}" type="presParOf" srcId="{3C7D5D49-810D-4EAD-9D3D-6FA8A5DC9A0C}" destId="{EA2D9400-78DE-4FDF-AB4F-A0620C219B7C}" srcOrd="1" destOrd="0" presId="urn:microsoft.com/office/officeart/2005/8/layout/list1"/>
    <dgm:cxn modelId="{CC961E5F-323D-4667-9367-581F35AEEADF}" type="presParOf" srcId="{F6C3F6B8-AE55-4BD9-A76E-6649B70F6F00}" destId="{AFC7B0AB-2527-4D4B-B7B6-8EE802ACCDEF}" srcOrd="13" destOrd="0" presId="urn:microsoft.com/office/officeart/2005/8/layout/list1"/>
    <dgm:cxn modelId="{A1BD59C6-9227-4CB4-A448-4E09B978F516}" type="presParOf" srcId="{F6C3F6B8-AE55-4BD9-A76E-6649B70F6F00}" destId="{C6F75F01-DFE6-4C7D-A66F-5B8833FF792D}" srcOrd="14" destOrd="0" presId="urn:microsoft.com/office/officeart/2005/8/layout/list1"/>
    <dgm:cxn modelId="{02B84B0F-09BA-4983-B249-2665F5BC4035}" type="presParOf" srcId="{F6C3F6B8-AE55-4BD9-A76E-6649B70F6F00}" destId="{C1E1844A-4946-40A7-AEDE-AE333B851B1A}" srcOrd="15" destOrd="0" presId="urn:microsoft.com/office/officeart/2005/8/layout/list1"/>
    <dgm:cxn modelId="{4F73C033-5239-4AFE-8CD7-365677F17FA6}" type="presParOf" srcId="{F6C3F6B8-AE55-4BD9-A76E-6649B70F6F00}" destId="{959802D9-91EC-4351-92BF-37F089D33A39}" srcOrd="16" destOrd="0" presId="urn:microsoft.com/office/officeart/2005/8/layout/list1"/>
    <dgm:cxn modelId="{04D54F98-A7B3-40DA-9541-164C2B542F77}" type="presParOf" srcId="{959802D9-91EC-4351-92BF-37F089D33A39}" destId="{ED9ADB4A-6166-4A60-B414-348E8D2E0E58}" srcOrd="0" destOrd="0" presId="urn:microsoft.com/office/officeart/2005/8/layout/list1"/>
    <dgm:cxn modelId="{F90CD16E-9E7C-4732-ACD9-0AD4C6218762}" type="presParOf" srcId="{959802D9-91EC-4351-92BF-37F089D33A39}" destId="{27730BCD-FE20-4002-B9F0-E156080CC3B8}" srcOrd="1" destOrd="0" presId="urn:microsoft.com/office/officeart/2005/8/layout/list1"/>
    <dgm:cxn modelId="{309BBE77-02C5-44EC-9147-572DBAF8F91D}" type="presParOf" srcId="{F6C3F6B8-AE55-4BD9-A76E-6649B70F6F00}" destId="{15F390E4-E68A-418C-95B8-BF47A1018569}" srcOrd="17" destOrd="0" presId="urn:microsoft.com/office/officeart/2005/8/layout/list1"/>
    <dgm:cxn modelId="{54C6216A-71BB-435C-A64A-9CD044C76861}" type="presParOf" srcId="{F6C3F6B8-AE55-4BD9-A76E-6649B70F6F00}" destId="{B6806B5A-C36F-48D4-A36F-3FE19D72E84F}" srcOrd="18" destOrd="0" presId="urn:microsoft.com/office/officeart/2005/8/layout/list1"/>
    <dgm:cxn modelId="{8B3FAF01-47A2-404B-B6D2-4C943E6CC38A}" type="presParOf" srcId="{F6C3F6B8-AE55-4BD9-A76E-6649B70F6F00}" destId="{43274E71-5323-431A-BA57-1C3C7B93150E}" srcOrd="19" destOrd="0" presId="urn:microsoft.com/office/officeart/2005/8/layout/list1"/>
    <dgm:cxn modelId="{21311258-0E78-4065-8B0F-C129D0B17655}" type="presParOf" srcId="{F6C3F6B8-AE55-4BD9-A76E-6649B70F6F00}" destId="{F072916A-4A68-452E-89D1-797147AA2CFC}" srcOrd="20" destOrd="0" presId="urn:microsoft.com/office/officeart/2005/8/layout/list1"/>
    <dgm:cxn modelId="{F8D32CED-CBD0-4949-AA11-C7812620248C}" type="presParOf" srcId="{F072916A-4A68-452E-89D1-797147AA2CFC}" destId="{D6EFECC7-C919-4E81-83FC-A551576BC0E8}" srcOrd="0" destOrd="0" presId="urn:microsoft.com/office/officeart/2005/8/layout/list1"/>
    <dgm:cxn modelId="{37CCF468-CF70-4188-B71B-06788C996EBA}" type="presParOf" srcId="{F072916A-4A68-452E-89D1-797147AA2CFC}" destId="{B5A2AC53-5335-48D5-B6AA-376BED9D70C2}" srcOrd="1" destOrd="0" presId="urn:microsoft.com/office/officeart/2005/8/layout/list1"/>
    <dgm:cxn modelId="{232133A9-71D2-4B38-BDC1-BEC116ADC5CF}" type="presParOf" srcId="{F6C3F6B8-AE55-4BD9-A76E-6649B70F6F00}" destId="{4D4350B5-382E-47AE-BD02-189DB470159A}" srcOrd="21" destOrd="0" presId="urn:microsoft.com/office/officeart/2005/8/layout/list1"/>
    <dgm:cxn modelId="{46A42DDA-16A7-4EE3-B3B1-06D883ECEB8C}" type="presParOf" srcId="{F6C3F6B8-AE55-4BD9-A76E-6649B70F6F00}" destId="{060EC178-F729-48E0-94E1-B6804DFD6B09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7F6AA-FE20-4DF2-A94D-0538B3C16918}">
      <dsp:nvSpPr>
        <dsp:cNvPr id="0" name=""/>
        <dsp:cNvSpPr/>
      </dsp:nvSpPr>
      <dsp:spPr>
        <a:xfrm>
          <a:off x="0" y="357335"/>
          <a:ext cx="611733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FAA99-99EC-4A65-B0A6-A09ADFF04AC9}">
      <dsp:nvSpPr>
        <dsp:cNvPr id="0" name=""/>
        <dsp:cNvSpPr/>
      </dsp:nvSpPr>
      <dsp:spPr>
        <a:xfrm>
          <a:off x="305866" y="47375"/>
          <a:ext cx="4282135" cy="619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55" tIns="0" rIns="16185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b="0" i="0" kern="1200"/>
            <a:t>BitBucket</a:t>
          </a:r>
          <a:endParaRPr lang="en-US" sz="2100" kern="1200"/>
        </a:p>
      </dsp:txBody>
      <dsp:txXfrm>
        <a:off x="336128" y="77637"/>
        <a:ext cx="4221611" cy="559396"/>
      </dsp:txXfrm>
    </dsp:sp>
    <dsp:sp modelId="{6CD0B3FA-06BD-4226-9410-CF71FA95999D}">
      <dsp:nvSpPr>
        <dsp:cNvPr id="0" name=""/>
        <dsp:cNvSpPr/>
      </dsp:nvSpPr>
      <dsp:spPr>
        <a:xfrm>
          <a:off x="0" y="1309895"/>
          <a:ext cx="611733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351709"/>
              <a:satOff val="-3484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7E4382-27A0-4EC5-9FD5-C96E6BBBDD31}">
      <dsp:nvSpPr>
        <dsp:cNvPr id="0" name=""/>
        <dsp:cNvSpPr/>
      </dsp:nvSpPr>
      <dsp:spPr>
        <a:xfrm>
          <a:off x="305866" y="999935"/>
          <a:ext cx="4282135" cy="619920"/>
        </a:xfrm>
        <a:prstGeom prst="round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55" tIns="0" rIns="16185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b="0" i="0" kern="1200"/>
            <a:t>GitLab</a:t>
          </a:r>
          <a:endParaRPr lang="en-US" sz="2100" kern="1200"/>
        </a:p>
      </dsp:txBody>
      <dsp:txXfrm>
        <a:off x="336128" y="1030197"/>
        <a:ext cx="4221611" cy="559396"/>
      </dsp:txXfrm>
    </dsp:sp>
    <dsp:sp modelId="{47BF4C80-FF85-41E1-9344-BA9DEBB7D954}">
      <dsp:nvSpPr>
        <dsp:cNvPr id="0" name=""/>
        <dsp:cNvSpPr/>
      </dsp:nvSpPr>
      <dsp:spPr>
        <a:xfrm>
          <a:off x="0" y="2262456"/>
          <a:ext cx="611733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703417"/>
              <a:satOff val="-6968"/>
              <a:lumOff val="-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4C7582-29A5-4AED-AC0E-4F145296A253}">
      <dsp:nvSpPr>
        <dsp:cNvPr id="0" name=""/>
        <dsp:cNvSpPr/>
      </dsp:nvSpPr>
      <dsp:spPr>
        <a:xfrm>
          <a:off x="305866" y="1952496"/>
          <a:ext cx="4282135" cy="619920"/>
        </a:xfrm>
        <a:prstGeom prst="round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55" tIns="0" rIns="16185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b="0" i="0" kern="1200"/>
            <a:t>SourceForge</a:t>
          </a:r>
          <a:endParaRPr lang="en-US" sz="2100" kern="1200"/>
        </a:p>
      </dsp:txBody>
      <dsp:txXfrm>
        <a:off x="336128" y="1982758"/>
        <a:ext cx="4221611" cy="559396"/>
      </dsp:txXfrm>
    </dsp:sp>
    <dsp:sp modelId="{C6F75F01-DFE6-4C7D-A66F-5B8833FF792D}">
      <dsp:nvSpPr>
        <dsp:cNvPr id="0" name=""/>
        <dsp:cNvSpPr/>
      </dsp:nvSpPr>
      <dsp:spPr>
        <a:xfrm>
          <a:off x="0" y="3215016"/>
          <a:ext cx="611733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055126"/>
              <a:satOff val="-10451"/>
              <a:lumOff val="-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2D9400-78DE-4FDF-AB4F-A0620C219B7C}">
      <dsp:nvSpPr>
        <dsp:cNvPr id="0" name=""/>
        <dsp:cNvSpPr/>
      </dsp:nvSpPr>
      <dsp:spPr>
        <a:xfrm>
          <a:off x="305866" y="2905056"/>
          <a:ext cx="4282135" cy="619920"/>
        </a:xfrm>
        <a:prstGeom prst="round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55" tIns="0" rIns="16185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b="0" i="0" kern="1200"/>
            <a:t>GitKraken</a:t>
          </a:r>
          <a:endParaRPr lang="en-US" sz="2100" kern="1200"/>
        </a:p>
      </dsp:txBody>
      <dsp:txXfrm>
        <a:off x="336128" y="2935318"/>
        <a:ext cx="4221611" cy="559396"/>
      </dsp:txXfrm>
    </dsp:sp>
    <dsp:sp modelId="{B6806B5A-C36F-48D4-A36F-3FE19D72E84F}">
      <dsp:nvSpPr>
        <dsp:cNvPr id="0" name=""/>
        <dsp:cNvSpPr/>
      </dsp:nvSpPr>
      <dsp:spPr>
        <a:xfrm>
          <a:off x="0" y="4167576"/>
          <a:ext cx="611733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5406834"/>
              <a:satOff val="-13935"/>
              <a:lumOff val="-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30BCD-FE20-4002-B9F0-E156080CC3B8}">
      <dsp:nvSpPr>
        <dsp:cNvPr id="0" name=""/>
        <dsp:cNvSpPr/>
      </dsp:nvSpPr>
      <dsp:spPr>
        <a:xfrm>
          <a:off x="305866" y="3857616"/>
          <a:ext cx="4282135" cy="619920"/>
        </a:xfrm>
        <a:prstGeom prst="round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55" tIns="0" rIns="16185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b="0" i="0" kern="1200"/>
            <a:t>AWS CodeCommit</a:t>
          </a:r>
          <a:endParaRPr lang="en-US" sz="2100" kern="1200"/>
        </a:p>
      </dsp:txBody>
      <dsp:txXfrm>
        <a:off x="336128" y="3887878"/>
        <a:ext cx="4221611" cy="559396"/>
      </dsp:txXfrm>
    </dsp:sp>
    <dsp:sp modelId="{060EC178-F729-48E0-94E1-B6804DFD6B09}">
      <dsp:nvSpPr>
        <dsp:cNvPr id="0" name=""/>
        <dsp:cNvSpPr/>
      </dsp:nvSpPr>
      <dsp:spPr>
        <a:xfrm>
          <a:off x="0" y="5120136"/>
          <a:ext cx="611733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A2AC53-5335-48D5-B6AA-376BED9D70C2}">
      <dsp:nvSpPr>
        <dsp:cNvPr id="0" name=""/>
        <dsp:cNvSpPr/>
      </dsp:nvSpPr>
      <dsp:spPr>
        <a:xfrm>
          <a:off x="305866" y="4810176"/>
          <a:ext cx="4282135" cy="61992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55" tIns="0" rIns="16185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b="0" i="0" kern="1200"/>
            <a:t>Google Cloud Source</a:t>
          </a:r>
          <a:endParaRPr lang="en-US" sz="2100" kern="1200"/>
        </a:p>
      </dsp:txBody>
      <dsp:txXfrm>
        <a:off x="336128" y="4840438"/>
        <a:ext cx="4221611" cy="559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B092AB-38EF-4E5F-B378-174D9D629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BEBA285-8B60-4E10-AD0F-4D350BBBE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0AA2C66-86E4-4582-82BC-EF37554D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585F-2050-443D-9114-738806F7FEBC}" type="datetimeFigureOut">
              <a:rPr lang="tr-TR" smtClean="0"/>
              <a:t>27.11.2020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5C8D5B-93A5-4F4C-9D94-111C6470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DE3D462-DB99-479A-BFAE-92F91894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F6EC-6429-418E-B58A-BA675F9C384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3187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7FD05A2-D6DF-4D3D-8B57-F8F25106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73C9FFA-4876-44A4-98BE-F4A4E48D8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6E54CA9-1B6F-46CA-AF68-19E39DA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585F-2050-443D-9114-738806F7FEBC}" type="datetimeFigureOut">
              <a:rPr lang="tr-TR" smtClean="0"/>
              <a:t>27.11.2020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7749491-DBBB-4476-A2E0-F928FCB0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ACFEDF3-59B0-4FA6-9B0E-95523B45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F6EC-6429-418E-B58A-BA675F9C384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6732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C439D2D-6BAB-4CDB-95E1-E13BECFDC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54F93F5-D648-47C5-AD0A-556EB9831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4FD69CB-C2BF-4B1C-8B13-F8B1B76DA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585F-2050-443D-9114-738806F7FEBC}" type="datetimeFigureOut">
              <a:rPr lang="tr-TR" smtClean="0"/>
              <a:t>27.11.2020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5641FD4-8BB7-4B33-87A2-B1BA1ED57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7568FCE-D389-491D-AA5E-F59D92AB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F6EC-6429-418E-B58A-BA675F9C384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970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743037-5D69-4915-AA4C-19A88216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B2C29CD-80AC-4155-8CC0-4890856E7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B521824-4999-4F29-B981-18AA65D19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22FFB91-2A16-4073-B565-C159976A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585F-2050-443D-9114-738806F7FEBC}" type="datetimeFigureOut">
              <a:rPr lang="tr-TR" smtClean="0"/>
              <a:t>27.11.2020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63C40D9-AC74-421D-A9AF-B76450F4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3F4B7F7-8D03-49D8-8730-47FBA09B7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F6EC-6429-418E-B58A-BA675F9C384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559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ED007E-7F62-4BED-9316-843D5DCD0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984757D-725F-4377-9410-DABB5EC46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BAC40D1-73DF-43B3-8197-20B221009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5F28C6B-EFA6-4949-84B4-54FBB763B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C37D90D-BAFE-4BA9-BC13-2A9BFA95F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E12619FC-1B65-4EB2-B4A7-B113CD6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585F-2050-443D-9114-738806F7FEBC}" type="datetimeFigureOut">
              <a:rPr lang="tr-TR" smtClean="0"/>
              <a:t>27.11.2020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7074B45-5C64-49E1-8D5A-E37A8A07D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1E8A7990-A9B3-4E94-A489-152422B4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F6EC-6429-418E-B58A-BA675F9C384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503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C3CEE7-D05D-496F-A243-D89691B5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56D3A8F-6DC0-4AB7-99EC-0F3C90B37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585F-2050-443D-9114-738806F7FEBC}" type="datetimeFigureOut">
              <a:rPr lang="tr-TR" smtClean="0"/>
              <a:t>27.11.2020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0DFAED8-53AD-4FAC-910E-52C49065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1E012F6-2EEA-494F-BE02-713897A1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F6EC-6429-418E-B58A-BA675F9C384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7931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1C720CA-9474-4038-8348-A95F3FABB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585F-2050-443D-9114-738806F7FEBC}" type="datetimeFigureOut">
              <a:rPr lang="tr-TR" smtClean="0"/>
              <a:t>27.11.2020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80FCB00E-C5CB-4E10-98FE-58E6F87B1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1833F0B-B4BC-4EEA-90C8-DFD26CF4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F6EC-6429-418E-B58A-BA675F9C384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623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CAD0C8-6DE0-4AFC-BA27-63577AEA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089ECBF-09FF-462C-ACE2-514C7F9D0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AB00A7A-BB93-4695-8630-FE263481B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003F5AF-A133-4433-B927-68A853E22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585F-2050-443D-9114-738806F7FEBC}" type="datetimeFigureOut">
              <a:rPr lang="tr-TR" smtClean="0"/>
              <a:t>27.11.2020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E5B799A-47EB-41D5-9D36-47EE79DD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7930D80-9D7D-4DE1-B094-5BE2F0DFC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F6EC-6429-418E-B58A-BA675F9C384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4877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10C925-766D-42EF-9F29-2B323833C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B752AEC-FA01-4B44-8079-3598A7F42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A23FD77-52E6-417C-96E7-0625A336A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CEA1A51-E289-45EE-BCF6-A577813E5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585F-2050-443D-9114-738806F7FEBC}" type="datetimeFigureOut">
              <a:rPr lang="tr-TR" smtClean="0"/>
              <a:t>27.11.2020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0BA08E6-FD33-4DEF-821C-9A27BFF2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03CF265-D831-4692-9282-DD1035D9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F6EC-6429-418E-B58A-BA675F9C384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2163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D7A878-503F-446A-8924-2616D0B01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A9ABD71-46D1-42AB-A86F-59A985470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268E4CF-3630-4019-ABD1-25F47AE4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585F-2050-443D-9114-738806F7FEBC}" type="datetimeFigureOut">
              <a:rPr lang="tr-TR" smtClean="0"/>
              <a:t>27.11.2020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343C161-14BF-40F8-8F0F-15DB0B1A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58A1600-499F-4D97-A099-0AC55F25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F6EC-6429-418E-B58A-BA675F9C384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82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2406B83-807E-4C61-8238-EA6BBB57F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386FA39-78DC-451D-9BE7-D0EB94F16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67F600A-13F2-4FE7-963A-C44A8D27B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585F-2050-443D-9114-738806F7FEBC}" type="datetimeFigureOut">
              <a:rPr lang="tr-TR" smtClean="0"/>
              <a:t>27.11.2020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A1AC393-F6E4-4E2D-9CB1-9431CEAF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1BA7339-42A5-43F0-8162-FAD10BF02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F6EC-6429-418E-B58A-BA675F9C384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4522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41C67996-D3AD-478F-A15F-90A43D9FA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3A2A6B3-6899-4B21-82ED-9416825DA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5D65D21-20F0-4C4F-BF87-06FF786169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8585F-2050-443D-9114-738806F7FEBC}" type="datetimeFigureOut">
              <a:rPr lang="tr-TR" smtClean="0"/>
              <a:t>27.11.2020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3C615C7-880F-49DF-A784-09EA48383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3B453D6-62C1-4077-AA7D-471F6EB9E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BF6EC-6429-418E-B58A-BA675F9C384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752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D9AA029-6825-48E7-ABAE-BA36AF478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635" y="1741337"/>
            <a:ext cx="5448730" cy="1506688"/>
          </a:xfrm>
        </p:spPr>
        <p:txBody>
          <a:bodyPr anchor="b">
            <a:normAutofit/>
          </a:bodyPr>
          <a:lstStyle/>
          <a:p>
            <a:r>
              <a:rPr lang="tr-TR" sz="5200" b="1" dirty="0">
                <a:solidFill>
                  <a:schemeClr val="tx2"/>
                </a:solidFill>
              </a:rPr>
              <a:t>Git nedir?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54F25BB-C094-4165-8C63-12C91E025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7900" y="3248025"/>
            <a:ext cx="7715250" cy="2657477"/>
          </a:xfrm>
        </p:spPr>
        <p:txBody>
          <a:bodyPr>
            <a:normAutofit/>
          </a:bodyPr>
          <a:lstStyle/>
          <a:p>
            <a:endParaRPr lang="tr-TR" sz="5100" dirty="0">
              <a:solidFill>
                <a:schemeClr val="tx2"/>
              </a:solidFill>
            </a:endParaRPr>
          </a:p>
          <a:p>
            <a:r>
              <a:rPr lang="tr-TR" sz="2800" dirty="0">
                <a:solidFill>
                  <a:schemeClr val="tx2"/>
                </a:solidFill>
              </a:rPr>
              <a:t>Git, insanların geliştirdiği projelerin yedeklenmesini, projeyi yapanlarında birbirinden haberdar olmasını sağlayan bir versiyon kontrol sistemidir.</a:t>
            </a:r>
          </a:p>
          <a:p>
            <a:endParaRPr lang="tr-TR" sz="1100" dirty="0">
              <a:solidFill>
                <a:schemeClr val="tx2"/>
              </a:solidFill>
            </a:endParaRPr>
          </a:p>
        </p:txBody>
      </p:sp>
      <p:grpSp>
        <p:nvGrpSpPr>
          <p:cNvPr id="33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8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60401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D018456-5205-4A1D-9AF2-B4B3B9CC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924" y="991261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tr-TR" sz="3600" b="1" dirty="0">
                <a:solidFill>
                  <a:schemeClr val="tx2"/>
                </a:solidFill>
              </a:rPr>
              <a:t>Github nedir?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40FD02D-B99E-46E4-9716-2A09487C5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tr-TR" dirty="0">
                <a:solidFill>
                  <a:schemeClr val="tx2"/>
                </a:solidFill>
                <a:latin typeface="Muli"/>
              </a:rPr>
              <a:t>K</a:t>
            </a:r>
            <a:r>
              <a:rPr lang="tr-TR" b="0" i="0" dirty="0">
                <a:solidFill>
                  <a:schemeClr val="tx2"/>
                </a:solidFill>
                <a:effectLst/>
                <a:latin typeface="Muli"/>
              </a:rPr>
              <a:t>ullanıcılarına kendileri gibi hemfikir insanlarla sosyalleşmelerini sağlar. İnsanları takip edebilir ve ne yaptıklarını, kimle bağlantı kurduklarını görebiliriz.</a:t>
            </a:r>
            <a:endParaRPr lang="tr-TR" dirty="0">
              <a:solidFill>
                <a:schemeClr val="tx2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4" y="3658536"/>
            <a:ext cx="3655725" cy="2743201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6496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55CD764-972B-4CA5-A885-53E55C63E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165AB3-7006-4430-BCE3-25476BE13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20887" cy="6491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B2C77BC-B2CC-4F78-BDC1-0A9A0FF8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209086"/>
            <a:ext cx="3876848" cy="4064925"/>
          </a:xfrm>
        </p:spPr>
        <p:txBody>
          <a:bodyPr anchor="ctr">
            <a:normAutofit/>
          </a:bodyPr>
          <a:lstStyle/>
          <a:p>
            <a:r>
              <a:rPr lang="tr-TR" sz="5000" b="1"/>
              <a:t>Github alternatifleri nelerdir?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725F33-435F-480E-996D-205671CDC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4360" y="73152"/>
            <a:ext cx="1178966" cy="232963"/>
            <a:chOff x="594360" y="73152"/>
            <a:chExt cx="1178966" cy="232963"/>
          </a:xfrm>
        </p:grpSpPr>
        <p:sp>
          <p:nvSpPr>
            <p:cNvPr id="14" name="Rectangle 64">
              <a:extLst>
                <a:ext uri="{FF2B5EF4-FFF2-40B4-BE49-F238E27FC236}">
                  <a16:creationId xmlns:a16="http://schemas.microsoft.com/office/drawing/2014/main" id="{07687CC5-056E-447F-A348-E9196E738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18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66">
              <a:extLst>
                <a:ext uri="{FF2B5EF4-FFF2-40B4-BE49-F238E27FC236}">
                  <a16:creationId xmlns:a16="http://schemas.microsoft.com/office/drawing/2014/main" id="{4B7194FF-E2A4-49A6-A54A-A0B6A1AC24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18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64">
              <a:extLst>
                <a:ext uri="{FF2B5EF4-FFF2-40B4-BE49-F238E27FC236}">
                  <a16:creationId xmlns:a16="http://schemas.microsoft.com/office/drawing/2014/main" id="{7ED6E1D0-56BF-487D-9BD1-5D8FD7938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922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66">
              <a:extLst>
                <a:ext uri="{FF2B5EF4-FFF2-40B4-BE49-F238E27FC236}">
                  <a16:creationId xmlns:a16="http://schemas.microsoft.com/office/drawing/2014/main" id="{AD27C1B6-91C6-4DFC-99E9-F0B83DC5D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922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4">
              <a:extLst>
                <a:ext uri="{FF2B5EF4-FFF2-40B4-BE49-F238E27FC236}">
                  <a16:creationId xmlns:a16="http://schemas.microsoft.com/office/drawing/2014/main" id="{B4A16B45-8536-4A38-B36E-A26F7ACED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427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6">
              <a:extLst>
                <a:ext uri="{FF2B5EF4-FFF2-40B4-BE49-F238E27FC236}">
                  <a16:creationId xmlns:a16="http://schemas.microsoft.com/office/drawing/2014/main" id="{F64F5F52-7BB7-4B43-BB5B-67DB66689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427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4">
              <a:extLst>
                <a:ext uri="{FF2B5EF4-FFF2-40B4-BE49-F238E27FC236}">
                  <a16:creationId xmlns:a16="http://schemas.microsoft.com/office/drawing/2014/main" id="{789C00E1-E374-485E-A40E-BCF0E6C8A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9315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9AEDDA19-1BE9-4BD1-A087-110713905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9315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4">
              <a:extLst>
                <a:ext uri="{FF2B5EF4-FFF2-40B4-BE49-F238E27FC236}">
                  <a16:creationId xmlns:a16="http://schemas.microsoft.com/office/drawing/2014/main" id="{9BF3970B-5A82-4527-AB38-536DF5FCF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4360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6">
              <a:extLst>
                <a:ext uri="{FF2B5EF4-FFF2-40B4-BE49-F238E27FC236}">
                  <a16:creationId xmlns:a16="http://schemas.microsoft.com/office/drawing/2014/main" id="{B0A9D7D8-F150-43E1-83AD-CE553B3BD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4360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4">
              <a:extLst>
                <a:ext uri="{FF2B5EF4-FFF2-40B4-BE49-F238E27FC236}">
                  <a16:creationId xmlns:a16="http://schemas.microsoft.com/office/drawing/2014/main" id="{5F94325E-CD9B-4404-A2CF-D130B5387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895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6">
              <a:extLst>
                <a:ext uri="{FF2B5EF4-FFF2-40B4-BE49-F238E27FC236}">
                  <a16:creationId xmlns:a16="http://schemas.microsoft.com/office/drawing/2014/main" id="{7E5DF248-D56C-4D96-920E-D1FC7FDDA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895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4">
              <a:extLst>
                <a:ext uri="{FF2B5EF4-FFF2-40B4-BE49-F238E27FC236}">
                  <a16:creationId xmlns:a16="http://schemas.microsoft.com/office/drawing/2014/main" id="{C0B1AD48-9001-4AEF-AA30-56CAEC2B7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400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6">
              <a:extLst>
                <a:ext uri="{FF2B5EF4-FFF2-40B4-BE49-F238E27FC236}">
                  <a16:creationId xmlns:a16="http://schemas.microsoft.com/office/drawing/2014/main" id="{4864399F-6339-4CD7-A92C-52BA2D57A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400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4">
              <a:extLst>
                <a:ext uri="{FF2B5EF4-FFF2-40B4-BE49-F238E27FC236}">
                  <a16:creationId xmlns:a16="http://schemas.microsoft.com/office/drawing/2014/main" id="{BA4AC9BF-79DA-4D77-8227-BC5CC7563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6904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6">
              <a:extLst>
                <a:ext uri="{FF2B5EF4-FFF2-40B4-BE49-F238E27FC236}">
                  <a16:creationId xmlns:a16="http://schemas.microsoft.com/office/drawing/2014/main" id="{84310BC6-6BB6-49A0-88BA-4302E8E4F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6904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4840B5CD-1F12-405E-89D3-92A9D1738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4409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6">
              <a:extLst>
                <a:ext uri="{FF2B5EF4-FFF2-40B4-BE49-F238E27FC236}">
                  <a16:creationId xmlns:a16="http://schemas.microsoft.com/office/drawing/2014/main" id="{AD8181A7-FF60-4734-B51C-E622917E1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4409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4">
              <a:extLst>
                <a:ext uri="{FF2B5EF4-FFF2-40B4-BE49-F238E27FC236}">
                  <a16:creationId xmlns:a16="http://schemas.microsoft.com/office/drawing/2014/main" id="{BF5BAC90-7E94-452F-B85C-17EB7C248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1913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6">
              <a:extLst>
                <a:ext uri="{FF2B5EF4-FFF2-40B4-BE49-F238E27FC236}">
                  <a16:creationId xmlns:a16="http://schemas.microsoft.com/office/drawing/2014/main" id="{7DABFDCB-F31D-4192-A6C4-9841F0E4E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1913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3E51905-F374-4E1A-97CF-B741584B7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14A15C2B-5F16-484E-A1CB-EDBC02F1EC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5437406"/>
              </p:ext>
            </p:extLst>
          </p:nvPr>
        </p:nvGraphicFramePr>
        <p:xfrm>
          <a:off x="5614416" y="457200"/>
          <a:ext cx="6117336" cy="5696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4711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BC16642-F00B-44B9-A10D-7530AF4F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tr-TR" sz="3600" b="1">
                <a:solidFill>
                  <a:schemeClr val="tx2"/>
                </a:solidFill>
              </a:rPr>
              <a:t>Git glow ve GitHub flow arasındaki fark nedir?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38A2517-5EC1-4A34-B870-E1BF1F64E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dirty="0">
                <a:solidFill>
                  <a:schemeClr val="tx2"/>
                </a:solidFill>
              </a:rPr>
              <a:t>GitHub flow </a:t>
            </a:r>
            <a:r>
              <a:rPr lang="tr-TR" sz="1800" dirty="0">
                <a:solidFill>
                  <a:schemeClr val="tx2"/>
                </a:solidFill>
                <a:sym typeface="Wingdings" panose="05000000000000000000" pitchFamily="2" charset="2"/>
              </a:rPr>
              <a:t> Git üzerindekileri dallanmaları daha düzenli olmasını sağlayan bir git uzantısı. </a:t>
            </a:r>
          </a:p>
          <a:p>
            <a:pPr marL="0" indent="0">
              <a:buNone/>
            </a:pPr>
            <a:endParaRPr lang="tr-TR" sz="1800" dirty="0">
              <a:solidFill>
                <a:schemeClr val="tx2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tr-TR" sz="1800" dirty="0">
                <a:solidFill>
                  <a:schemeClr val="tx2"/>
                </a:solidFill>
                <a:sym typeface="Wingdings" panose="05000000000000000000" pitchFamily="2" charset="2"/>
              </a:rPr>
              <a:t>Git glow </a:t>
            </a:r>
            <a:r>
              <a:rPr lang="tr-TR" sz="1800" b="0" i="0" dirty="0">
                <a:solidFill>
                  <a:schemeClr val="tx2"/>
                </a:solidFill>
                <a:effectLst/>
                <a:latin typeface="Roboto"/>
              </a:rPr>
              <a:t>Glow, donanım hızlandırıcıları için bir makine öğrenimi derleyicisi ve yürütme motorudur. Üst düzey makine öğrenimi çerçeveleri için arka uç olarak kullanılmak üzere tasarlanmıştır.</a:t>
            </a:r>
          </a:p>
          <a:p>
            <a:pPr marL="0" indent="0">
              <a:buNone/>
            </a:pPr>
            <a:r>
              <a:rPr lang="tr-TR" sz="1800" dirty="0" err="1">
                <a:solidFill>
                  <a:schemeClr val="tx2"/>
                </a:solidFill>
                <a:latin typeface="Roboto"/>
              </a:rPr>
              <a:t>Pytorch</a:t>
            </a:r>
            <a:r>
              <a:rPr lang="tr-TR" sz="1800" dirty="0">
                <a:solidFill>
                  <a:schemeClr val="tx2"/>
                </a:solidFill>
                <a:latin typeface="Roboto"/>
              </a:rPr>
              <a:t> kütüphanesinde kullanılıyormuş.</a:t>
            </a:r>
            <a:endParaRPr lang="tr-TR" sz="1800" b="0" i="0" dirty="0">
              <a:solidFill>
                <a:schemeClr val="tx2"/>
              </a:solidFill>
              <a:effectLst/>
              <a:latin typeface="Roboto"/>
            </a:endParaRPr>
          </a:p>
          <a:p>
            <a:pPr marL="0" indent="0">
              <a:buNone/>
            </a:pPr>
            <a:endParaRPr lang="tr-TR" sz="1800" dirty="0">
              <a:solidFill>
                <a:schemeClr val="tx2"/>
              </a:solidFill>
              <a:sym typeface="Wingdings" panose="05000000000000000000" pitchFamily="2" charset="2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0509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113</Words>
  <Application>Microsoft Office PowerPoint</Application>
  <PresentationFormat>Geniş ekran</PresentationFormat>
  <Paragraphs>17</Paragraphs>
  <Slides>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Muli</vt:lpstr>
      <vt:lpstr>Roboto</vt:lpstr>
      <vt:lpstr>Office Teması</vt:lpstr>
      <vt:lpstr>Git nedir?</vt:lpstr>
      <vt:lpstr>Github nedir?</vt:lpstr>
      <vt:lpstr>Github alternatifleri nelerdir? </vt:lpstr>
      <vt:lpstr>Git glow ve GitHub flow arasındaki fark nedir?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nedir?</dc:title>
  <dc:creator>elif</dc:creator>
  <cp:lastModifiedBy>elif</cp:lastModifiedBy>
  <cp:revision>6</cp:revision>
  <dcterms:created xsi:type="dcterms:W3CDTF">2020-11-26T21:55:36Z</dcterms:created>
  <dcterms:modified xsi:type="dcterms:W3CDTF">2020-11-27T00:21:41Z</dcterms:modified>
</cp:coreProperties>
</file>